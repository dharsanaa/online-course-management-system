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Threats – Learning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Cyber threats are harmful activities that target computers, networks, applications, devices, or data.</a:t>
            </a:r>
          </a:p>
          <a:p>
            <a:pPr>
              <a:defRPr sz="2200"/>
            </a:pPr>
            <a:r>
              <a:t>Attackers may try to steal information, damage systems, disrupt services, or gain unauthorized access.</a:t>
            </a:r>
          </a:p>
          <a:p>
            <a:pPr>
              <a:defRPr sz="2200"/>
            </a:pPr>
            <a:r>
              <a:t>Understanding common threats helps users and organizations choose suitable security measures.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Malware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Malware means malicious software designed to harm systems or perform unauthorized activities.</a:t>
            </a:r>
          </a:p>
          <a:p>
            <a:pPr>
              <a:defRPr sz="2200"/>
            </a:pPr>
            <a:r>
              <a:t>Common types include viruses, worms, trojans, spyware, and ransomware.</a:t>
            </a:r>
          </a:p>
          <a:p>
            <a:pPr>
              <a:defRPr sz="2200"/>
            </a:pPr>
            <a:r>
              <a:t>Protection: keep software updated, use trusted security tools, and avoid suspicious files and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Virus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virus is malicious code that can attach itself to files or programs.</a:t>
            </a:r>
          </a:p>
          <a:p>
            <a:pPr>
              <a:defRPr sz="2200"/>
            </a:pPr>
            <a:r>
              <a:t>It may spread when an infected file or program is executed.</a:t>
            </a:r>
          </a:p>
          <a:p>
            <a:pPr>
              <a:defRPr sz="2200"/>
            </a:pPr>
            <a:r>
              <a:t>Possible effects include damaged files, system disruption, or loss of data.</a:t>
            </a:r>
          </a:p>
          <a:p>
            <a:pPr>
              <a:defRPr sz="2200"/>
            </a:pPr>
            <a:r>
              <a:t>Protection includes security software, software updates, and safe file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worm is malware that can spread between systems through networks.</a:t>
            </a:r>
          </a:p>
          <a:p>
            <a:pPr>
              <a:defRPr sz="2200"/>
            </a:pPr>
            <a:r>
              <a:t>It can consume network resources and affect system performance.</a:t>
            </a:r>
          </a:p>
          <a:p>
            <a:pPr>
              <a:defRPr sz="2200"/>
            </a:pPr>
            <a:r>
              <a:t>Network security, updates, access controls, and monitoring help reduce the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Trojan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Trojan is a malicious program that appears legitimate or useful to trick a user into running it.</a:t>
            </a:r>
          </a:p>
          <a:p>
            <a:pPr>
              <a:defRPr sz="2200"/>
            </a:pPr>
            <a:r>
              <a:t>It may provide unauthorized access or steal information.</a:t>
            </a:r>
          </a:p>
          <a:p>
            <a:pPr>
              <a:defRPr sz="2200"/>
            </a:pPr>
            <a:r>
              <a:t>Install software only from trusted sources and verify unexpected downloads.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Ransomware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Ransomware can prevent access to files or systems and demand payment from victims.</a:t>
            </a:r>
          </a:p>
          <a:p>
            <a:pPr>
              <a:defRPr sz="2200"/>
            </a:pPr>
            <a:r>
              <a:t>It can cause significant data and operational disruption.</a:t>
            </a:r>
          </a:p>
          <a:p>
            <a:pPr>
              <a:defRPr sz="2200"/>
            </a:pPr>
            <a:r>
              <a:t>Use regular backups, security updates, access controls, and user awareness.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Spyware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Spyware secretly collects information about users or their activities.</a:t>
            </a:r>
          </a:p>
          <a:p>
            <a:pPr>
              <a:defRPr sz="2200"/>
            </a:pPr>
            <a:r>
              <a:t>It may affect privacy and expose sensitive information.</a:t>
            </a:r>
          </a:p>
          <a:p>
            <a:pPr>
              <a:defRPr sz="2200"/>
            </a:pPr>
            <a:r>
              <a:t>Use trusted software, maintain updates, and review unexpected applications or permissions.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Phishing uses deceptive messages or websites to trick users.</a:t>
            </a:r>
          </a:p>
          <a:p>
            <a:pPr>
              <a:defRPr sz="2200"/>
            </a:pPr>
            <a:r>
              <a:t>Attackers may attempt to obtain passwords, financial information, or other sensitive data.</a:t>
            </a:r>
          </a:p>
          <a:p>
            <a:pPr>
              <a:defRPr sz="2200"/>
            </a:pPr>
            <a:r>
              <a:t>Check the sender, website address, request details, and avoid suspicious links or attachments.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Social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Social engineering manipulates people rather than directly attacking technology.</a:t>
            </a:r>
          </a:p>
          <a:p>
            <a:pPr>
              <a:defRPr sz="2200"/>
            </a:pPr>
            <a:r>
              <a:t>Examples include impersonation, fake support requests, urgent messages, and fraudulent calls.</a:t>
            </a:r>
          </a:p>
          <a:p>
            <a:pPr>
              <a:defRPr sz="2200"/>
            </a:pPr>
            <a:r>
              <a:t>Verify unusual requests through a trusted channel before sharing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Password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Password attacks attempt to obtain or guess account credentials.</a:t>
            </a:r>
          </a:p>
          <a:p>
            <a:pPr>
              <a:defRPr sz="2200"/>
            </a:pPr>
            <a:r>
              <a:t>Weak, reused, or predictable passwords increase risk.</a:t>
            </a:r>
          </a:p>
          <a:p>
            <a:pPr>
              <a:defRPr sz="2200"/>
            </a:pPr>
            <a:r>
              <a:t>Use strong unique passwords and enable multi-factor authentication.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DoS and DDoS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Denial-of-service attacks attempt to make a service unavailable by overwhelming it with requests or traffic.</a:t>
            </a:r>
          </a:p>
          <a:p>
            <a:pPr>
              <a:defRPr sz="2200"/>
            </a:pPr>
            <a:r>
              <a:t>DDoS uses multiple systems to generate the traffic.</a:t>
            </a:r>
          </a:p>
          <a:p>
            <a:pPr>
              <a:defRPr sz="2200"/>
            </a:pPr>
            <a:r>
              <a:t>Traffic monitoring, filtering, rate controls, and network protection can reduce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Man-in-the-Middle (MITM)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MITM attack occurs when an attacker interferes with communication between two parties.</a:t>
            </a:r>
          </a:p>
          <a:p>
            <a:pPr>
              <a:defRPr sz="2200"/>
            </a:pPr>
            <a:r>
              <a:t>The attacker may attempt to observe or manipulate information.</a:t>
            </a:r>
          </a:p>
          <a:p>
            <a:pPr>
              <a:defRPr sz="2200"/>
            </a:pPr>
            <a:r>
              <a:t>Use secure connections, trusted networks, encryption, and proper certificate validation.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Insider Threat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 insider threat comes from a person who has legitimate access to an organization's systems or data.</a:t>
            </a:r>
          </a:p>
          <a:p>
            <a:pPr>
              <a:defRPr sz="2200"/>
            </a:pPr>
            <a:r>
              <a:t>The activity may be accidental or intentional.</a:t>
            </a:r>
          </a:p>
          <a:p>
            <a:pPr>
              <a:defRPr sz="2200"/>
            </a:pPr>
            <a:r>
              <a:t>Least-privilege access, monitoring, training, and access reviews can reduce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Web Application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Web applications can be affected by vulnerabilities such as injection, broken access control, and insecure authentication.</a:t>
            </a:r>
          </a:p>
          <a:p>
            <a:pPr>
              <a:defRPr sz="2200"/>
            </a:pPr>
            <a:r>
              <a:t>Poor input validation and insecure application design can increase risk.</a:t>
            </a:r>
          </a:p>
          <a:p>
            <a:pPr>
              <a:defRPr sz="2200"/>
            </a:pPr>
            <a:r>
              <a:t>Secure coding, input validation, authentication controls, testing, and timely updates are important.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Protect Against Cyber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strong and unique passwords.</a:t>
            </a:r>
          </a:p>
          <a:p>
            <a:pPr>
              <a:defRPr sz="2200"/>
            </a:pPr>
            <a:r>
              <a:t>Enable multi-factor authentication.</a:t>
            </a:r>
          </a:p>
          <a:p>
            <a:pPr>
              <a:defRPr sz="2200"/>
            </a:pPr>
            <a:r>
              <a:t>Keep operating systems and applications updated.</a:t>
            </a:r>
          </a:p>
          <a:p>
            <a:pPr>
              <a:defRPr sz="2200"/>
            </a:pPr>
            <a:r>
              <a:t>Back up important data regularly.</a:t>
            </a:r>
          </a:p>
          <a:p>
            <a:pPr>
              <a:defRPr sz="2200"/>
            </a:pPr>
            <a:r>
              <a:t>Be careful with emails, links, attachments, and unexpected requests.</a:t>
            </a:r>
          </a:p>
          <a:p>
            <a:pPr>
              <a:defRPr sz="2200"/>
            </a:pPr>
            <a:r>
              <a:t>Limit user permissions using least privilege.</a:t>
            </a:r>
          </a:p>
          <a:p>
            <a:pPr>
              <a:defRPr sz="2200"/>
            </a:pPr>
            <a:r>
              <a:t>Monitor systems and investigate unusual activity.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Cyber threats can target people, applications, networks, devices, and data.</a:t>
            </a:r>
          </a:p>
          <a:p>
            <a:pPr>
              <a:defRPr sz="2200"/>
            </a:pPr>
            <a:r>
              <a:t>Common threats include malware, phishing, ransomware, password attacks, DoS/DDoS, and social engineering.</a:t>
            </a:r>
          </a:p>
          <a:p>
            <a:pPr>
              <a:defRPr sz="2200"/>
            </a:pPr>
            <a:r>
              <a:t>Security requires both technical controls and responsible user behavior.</a:t>
            </a:r>
          </a:p>
          <a:p>
            <a:pPr>
              <a:defRPr sz="2200"/>
            </a:pPr>
            <a:r>
              <a:t>Regular updates, strong authentication, backups, access control, monitoring, and awareness are essential.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