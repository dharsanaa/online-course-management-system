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/>
            </a:pPr>
            <a:r>
              <a:t>Build a Simple Flask Login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t>Web Framework Using Python –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This project develops a simple login system using Flask.</a:t>
            </a:r>
          </a:p>
          <a:p>
            <a:pPr>
              <a:spcAft>
                <a:spcPts val="1200"/>
              </a:spcAft>
              <a:defRPr sz="2000"/>
            </a:pPr>
            <a:r>
              <a:t>Users can register, log in, access a protected page, and log out.</a:t>
            </a:r>
          </a:p>
          <a:p>
            <a:pPr>
              <a:spcAft>
                <a:spcPts val="1200"/>
              </a:spcAft>
              <a:defRPr sz="2000"/>
            </a:pPr>
            <a:r>
              <a:t>The application demonstrates routing, HTML forms, authentication, sessions, and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Understand how Flask handles web application routes.</a:t>
            </a:r>
          </a:p>
          <a:p>
            <a:pPr>
              <a:spcAft>
                <a:spcPts val="1200"/>
              </a:spcAft>
              <a:defRPr sz="2000"/>
            </a:pPr>
            <a:r>
              <a:t>Create registration and login forms using HTML.</a:t>
            </a:r>
          </a:p>
          <a:p>
            <a:pPr>
              <a:spcAft>
                <a:spcPts val="1200"/>
              </a:spcAft>
              <a:defRPr sz="2000"/>
            </a:pPr>
            <a:r>
              <a:t>Validate user input before processing it.</a:t>
            </a:r>
          </a:p>
          <a:p>
            <a:pPr>
              <a:spcAft>
                <a:spcPts val="1200"/>
              </a:spcAft>
              <a:defRPr sz="2000"/>
            </a:pPr>
            <a:r>
              <a:t>Manage authenticated sessions securely.</a:t>
            </a:r>
          </a:p>
          <a:p>
            <a:pPr>
              <a:spcAft>
                <a:spcPts val="1200"/>
              </a:spcAft>
              <a:defRPr sz="2000"/>
            </a:pPr>
            <a:r>
              <a:t>Restrict protected pages to logged-in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Python – programming language for the backend.</a:t>
            </a:r>
          </a:p>
          <a:p>
            <a:pPr>
              <a:spcAft>
                <a:spcPts val="1200"/>
              </a:spcAft>
              <a:defRPr sz="2000"/>
            </a:pPr>
            <a:r>
              <a:t>Flask – Python web framework.</a:t>
            </a:r>
          </a:p>
          <a:p>
            <a:pPr>
              <a:spcAft>
                <a:spcPts val="1200"/>
              </a:spcAft>
              <a:defRPr sz="2000"/>
            </a:pPr>
            <a:r>
              <a:t>HTML – creates registration and login forms.</a:t>
            </a:r>
          </a:p>
          <a:p>
            <a:pPr>
              <a:spcAft>
                <a:spcPts val="1200"/>
              </a:spcAft>
              <a:defRPr sz="2000"/>
            </a:pPr>
            <a:r>
              <a:t>CSS – provides basic page styling.</a:t>
            </a:r>
          </a:p>
          <a:p>
            <a:pPr>
              <a:spcAft>
                <a:spcPts val="1200"/>
              </a:spcAft>
              <a:defRPr sz="2000"/>
            </a:pPr>
            <a:r>
              <a:t>Session management – maintains the user's login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User Registration – allows a new user to create an account.</a:t>
            </a:r>
          </a:p>
          <a:p>
            <a:pPr>
              <a:spcAft>
                <a:spcPts val="1200"/>
              </a:spcAft>
              <a:defRPr sz="2000"/>
            </a:pPr>
            <a:r>
              <a:t>User Login – verifies the entered credentials.</a:t>
            </a:r>
          </a:p>
          <a:p>
            <a:pPr>
              <a:spcAft>
                <a:spcPts val="1200"/>
              </a:spcAft>
              <a:defRPr sz="2000"/>
            </a:pPr>
            <a:r>
              <a:t>Protected Page – accessible only after successful login.</a:t>
            </a:r>
          </a:p>
          <a:p>
            <a:pPr>
              <a:spcAft>
                <a:spcPts val="1200"/>
              </a:spcAft>
              <a:defRPr sz="2000"/>
            </a:pPr>
            <a:r>
              <a:t>Logout – ends the user's authenticated session.</a:t>
            </a:r>
          </a:p>
          <a:p>
            <a:pPr>
              <a:spcAft>
                <a:spcPts val="1200"/>
              </a:spcAft>
              <a:defRPr sz="2000"/>
            </a:pPr>
            <a:r>
              <a:t>Form Validation – checks required fields and invalid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Application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User opens the registration page.</a:t>
            </a:r>
          </a:p>
          <a:p>
            <a:pPr>
              <a:spcAft>
                <a:spcPts val="1200"/>
              </a:spcAft>
              <a:defRPr sz="2000"/>
            </a:pPr>
            <a:r>
              <a:t>2. User enters username and password.</a:t>
            </a:r>
          </a:p>
          <a:p>
            <a:pPr>
              <a:spcAft>
                <a:spcPts val="1200"/>
              </a:spcAft>
              <a:defRPr sz="2000"/>
            </a:pPr>
            <a:r>
              <a:t>3. The application validates the form data.</a:t>
            </a:r>
          </a:p>
          <a:p>
            <a:pPr>
              <a:spcAft>
                <a:spcPts val="1200"/>
              </a:spcAft>
              <a:defRPr sz="2000"/>
            </a:pPr>
            <a:r>
              <a:t>4. User logs in with the registered credentials.</a:t>
            </a:r>
          </a:p>
          <a:p>
            <a:pPr>
              <a:spcAft>
                <a:spcPts val="1200"/>
              </a:spcAft>
              <a:defRPr sz="2000"/>
            </a:pPr>
            <a:r>
              <a:t>5. Flask creates a session after successful authentication.</a:t>
            </a:r>
          </a:p>
          <a:p>
            <a:pPr>
              <a:spcAft>
                <a:spcPts val="1200"/>
              </a:spcAft>
              <a:defRPr sz="2000"/>
            </a:pPr>
            <a:r>
              <a:t>6. The protected page becomes accessible.</a:t>
            </a:r>
          </a:p>
          <a:p>
            <a:pPr>
              <a:spcAft>
                <a:spcPts val="1200"/>
              </a:spcAft>
              <a:defRPr sz="2000"/>
            </a:pPr>
            <a:r>
              <a:t>7. Logout removes the login session.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Flask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/register – displays and processes the registration form.</a:t>
            </a:r>
          </a:p>
          <a:p>
            <a:pPr>
              <a:spcAft>
                <a:spcPts val="1200"/>
              </a:spcAft>
              <a:defRPr sz="2000"/>
            </a:pPr>
            <a:r>
              <a:t>/login – displays and processes the login form.</a:t>
            </a:r>
          </a:p>
          <a:p>
            <a:pPr>
              <a:spcAft>
                <a:spcPts val="1200"/>
              </a:spcAft>
              <a:defRPr sz="2000"/>
            </a:pPr>
            <a:r>
              <a:t>/dashboard – protected page for authenticated users.</a:t>
            </a:r>
          </a:p>
          <a:p>
            <a:pPr>
              <a:spcAft>
                <a:spcPts val="1200"/>
              </a:spcAft>
              <a:defRPr sz="2000"/>
            </a:pPr>
            <a:r>
              <a:t>/logout – clears the user session and returns to login.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Security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Do not allow empty username or password fields.</a:t>
            </a:r>
          </a:p>
          <a:p>
            <a:pPr>
              <a:spcAft>
                <a:spcPts val="1200"/>
              </a:spcAft>
              <a:defRPr sz="2000"/>
            </a:pPr>
            <a:r>
              <a:t>Check that login credentials match the registered account.</a:t>
            </a:r>
          </a:p>
          <a:p>
            <a:pPr>
              <a:spcAft>
                <a:spcPts val="1200"/>
              </a:spcAft>
              <a:defRPr sz="2000"/>
            </a:pPr>
            <a:r>
              <a:t>Use sessions to control access to protected pages.</a:t>
            </a:r>
          </a:p>
          <a:p>
            <a:pPr>
              <a:spcAft>
                <a:spcPts val="1200"/>
              </a:spcAft>
              <a:defRPr sz="2000"/>
            </a:pPr>
            <a:r>
              <a:t>Passwords should be stored securely using hashing in a real application.</a:t>
            </a:r>
          </a:p>
          <a:p>
            <a:pPr>
              <a:spcAft>
                <a:spcPts val="1200"/>
              </a:spcAft>
              <a:defRPr sz="2000"/>
            </a:pPr>
            <a:r>
              <a:t>Unauthorized users should be redirected away from protected pages.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Expected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user can successfully register an account.</a:t>
            </a:r>
          </a:p>
          <a:p>
            <a:pPr>
              <a:spcAft>
                <a:spcPts val="1200"/>
              </a:spcAft>
              <a:defRPr sz="2000"/>
            </a:pPr>
            <a:r>
              <a:t>Valid credentials allow the user to log in.</a:t>
            </a:r>
          </a:p>
          <a:p>
            <a:pPr>
              <a:spcAft>
                <a:spcPts val="1200"/>
              </a:spcAft>
              <a:defRPr sz="2000"/>
            </a:pPr>
            <a:r>
              <a:t>Only authenticated users can access the protected dashboard.</a:t>
            </a:r>
          </a:p>
          <a:p>
            <a:pPr>
              <a:spcAft>
                <a:spcPts val="1200"/>
              </a:spcAft>
              <a:defRPr sz="2000"/>
            </a:pPr>
            <a:r>
              <a:t>The logout option ends the session successfully.</a:t>
            </a:r>
          </a:p>
          <a:p>
            <a:pPr>
              <a:spcAft>
                <a:spcPts val="1200"/>
              </a:spcAft>
              <a:defRPr sz="2000"/>
            </a:pPr>
            <a:r>
              <a:t>The project demonstrates the basic working of Flask authentication.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Flask Login System demonstrates the basic implementation of authentication in a Python web application.</a:t>
            </a:r>
          </a:p>
          <a:p>
            <a:pPr>
              <a:spcAft>
                <a:spcPts val="1200"/>
              </a:spcAft>
              <a:defRPr sz="2000"/>
            </a:pPr>
            <a:r>
              <a:t>It provides practical understanding of routing, forms, validation, sessions, login, logout, and protected pages.</a:t>
            </a:r>
          </a:p>
          <a:p>
            <a:pPr>
              <a:spcAft>
                <a:spcPts val="1200"/>
              </a:spcAft>
              <a:defRPr sz="2000"/>
            </a:pPr>
            <a:r>
              <a:t>This project can be extended later with a database, password hashing, role-based access, and stronger authentication.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